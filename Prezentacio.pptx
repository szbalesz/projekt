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notesMasterIdLst>
    <p:notesMasterId r:id="rId24"/>
  </p:notesMasterIdLst>
  <p:sldIdLst>
    <p:sldId id="256" r:id="rId2"/>
    <p:sldId id="260" r:id="rId3"/>
    <p:sldId id="282" r:id="rId4"/>
    <p:sldId id="283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84" r:id="rId13"/>
    <p:sldId id="293" r:id="rId14"/>
    <p:sldId id="294" r:id="rId15"/>
    <p:sldId id="297" r:id="rId16"/>
    <p:sldId id="296" r:id="rId17"/>
    <p:sldId id="298" r:id="rId18"/>
    <p:sldId id="299" r:id="rId19"/>
    <p:sldId id="300" r:id="rId20"/>
    <p:sldId id="301" r:id="rId21"/>
    <p:sldId id="302" r:id="rId22"/>
    <p:sldId id="28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358" y="1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2FC6FD-0CAA-4BF6-BAC7-CC923970B798}" type="datetimeFigureOut">
              <a:rPr lang="hu-HU" smtClean="0"/>
              <a:t>2025. 04. 10.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46C50E-C339-4F2E-9FC8-853392B32A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9226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465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29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945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0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233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975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507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357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4/10/2025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879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036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203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384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3CC6435B-3F75-4FAC-B773-03E3645F4C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18733"/>
          <a:stretch/>
        </p:blipFill>
        <p:spPr>
          <a:xfrm>
            <a:off x="0" y="6858000"/>
            <a:ext cx="12192000" cy="6132576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BCF72B4E-EDE0-4E58-8E0A-5DDFAEFF38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sz="5000" dirty="0" err="1"/>
              <a:t>Zenelejátszó</a:t>
            </a:r>
            <a:r>
              <a:rPr lang="hu-HU" sz="5000" dirty="0"/>
              <a:t> </a:t>
            </a:r>
            <a:r>
              <a:rPr lang="hu-HU" sz="5000" dirty="0" err="1"/>
              <a:t>aLKALMAZÁS</a:t>
            </a:r>
            <a:endParaRPr lang="hu-HU" sz="5000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4AEF25B-0EA4-4CD7-B631-D882DA9897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Száraz Bálint Csaba, fehér tamás, csehi Tamás</a:t>
            </a:r>
          </a:p>
        </p:txBody>
      </p:sp>
      <p:pic>
        <p:nvPicPr>
          <p:cNvPr id="3074" name="Picture 2" descr="logo.png">
            <a:extLst>
              <a:ext uri="{FF2B5EF4-FFF2-40B4-BE49-F238E27FC236}">
                <a16:creationId xmlns:a16="http://schemas.microsoft.com/office/drawing/2014/main" id="{AB3CF0A8-8830-434D-BC01-40486EF3C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12381" cy="681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Tartalom helye 7">
            <a:extLst>
              <a:ext uri="{FF2B5EF4-FFF2-40B4-BE49-F238E27FC236}">
                <a16:creationId xmlns:a16="http://schemas.microsoft.com/office/drawing/2014/main" id="{D7FEB24E-539C-4CE1-8DED-ABB245895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85" y="-5397608"/>
            <a:ext cx="11711030" cy="502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755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>
            <a:extLst>
              <a:ext uri="{FF2B5EF4-FFF2-40B4-BE49-F238E27FC236}">
                <a16:creationId xmlns:a16="http://schemas.microsoft.com/office/drawing/2014/main" id="{2AC38389-273C-43BE-956E-748E0344E0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18733"/>
          <a:stretch/>
        </p:blipFill>
        <p:spPr>
          <a:xfrm>
            <a:off x="-2" y="0"/>
            <a:ext cx="12192000" cy="6132576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F5BA8E00-4FC8-4245-80F9-959CE9FFA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1" y="527387"/>
            <a:ext cx="9603275" cy="1049235"/>
          </a:xfrm>
        </p:spPr>
        <p:txBody>
          <a:bodyPr/>
          <a:lstStyle/>
          <a:p>
            <a:pPr algn="ctr"/>
            <a:r>
              <a:rPr lang="hu-HU" dirty="0">
                <a:solidFill>
                  <a:schemeClr val="bg1">
                    <a:lumMod val="95000"/>
                  </a:schemeClr>
                </a:solidFill>
              </a:rPr>
              <a:t>TRELLO TÁBLÁK</a:t>
            </a:r>
          </a:p>
        </p:txBody>
      </p:sp>
      <p:pic>
        <p:nvPicPr>
          <p:cNvPr id="8" name="Tartalom helye 7">
            <a:extLst>
              <a:ext uri="{FF2B5EF4-FFF2-40B4-BE49-F238E27FC236}">
                <a16:creationId xmlns:a16="http://schemas.microsoft.com/office/drawing/2014/main" id="{8548A2DC-AE5F-46FC-9E0F-9B8F6E1871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0483" y="1111802"/>
            <a:ext cx="11711030" cy="5020774"/>
          </a:xfrm>
        </p:spPr>
      </p:pic>
      <p:pic>
        <p:nvPicPr>
          <p:cNvPr id="17" name="Picture 2" descr="logo.png">
            <a:extLst>
              <a:ext uri="{FF2B5EF4-FFF2-40B4-BE49-F238E27FC236}">
                <a16:creationId xmlns:a16="http://schemas.microsoft.com/office/drawing/2014/main" id="{9FD11A81-051E-42C8-BE26-E69F183CF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12381" cy="681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7243E4EF-1244-486B-A730-621A777892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130163" y="1332031"/>
            <a:ext cx="7482980" cy="419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067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ADC51D-7147-40A2-9D0F-6674E7F9D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ADATBÁZIS</a:t>
            </a:r>
          </a:p>
        </p:txBody>
      </p:sp>
      <p:pic>
        <p:nvPicPr>
          <p:cNvPr id="9" name="Tartalom helye 7">
            <a:extLst>
              <a:ext uri="{FF2B5EF4-FFF2-40B4-BE49-F238E27FC236}">
                <a16:creationId xmlns:a16="http://schemas.microsoft.com/office/drawing/2014/main" id="{FA24EEC8-A1AC-46F8-9971-C542C401B5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48529" y="918613"/>
            <a:ext cx="11711030" cy="5020774"/>
          </a:xfrm>
        </p:spPr>
      </p:pic>
      <p:pic>
        <p:nvPicPr>
          <p:cNvPr id="4" name="Picture 2" descr="logo.png">
            <a:extLst>
              <a:ext uri="{FF2B5EF4-FFF2-40B4-BE49-F238E27FC236}">
                <a16:creationId xmlns:a16="http://schemas.microsoft.com/office/drawing/2014/main" id="{24A904F2-C2FE-440D-AB87-9E66BD302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12381" cy="681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8BF4D457-3E0B-4FF8-AD51-DDDF04EDF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510" y="1859544"/>
            <a:ext cx="7482980" cy="4193937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91CEFABB-F0AA-44AB-891D-0B9A49DF9F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8345"/>
          <a:stretch/>
        </p:blipFill>
        <p:spPr>
          <a:xfrm>
            <a:off x="-3370476" y="2485693"/>
            <a:ext cx="2513947" cy="26596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348DDB0B-FB90-4CAC-A2BA-EB78FAB4904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1290"/>
          <a:stretch/>
        </p:blipFill>
        <p:spPr>
          <a:xfrm>
            <a:off x="4879148" y="7584140"/>
            <a:ext cx="2433703" cy="42980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D2F6441-22DE-41AB-A53B-2956E645299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26308"/>
          <a:stretch/>
        </p:blipFill>
        <p:spPr>
          <a:xfrm>
            <a:off x="14313237" y="2140016"/>
            <a:ext cx="2346253" cy="33509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70738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DD36AA-9C52-470D-93FC-4E22E6C1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67037"/>
            <a:ext cx="9603275" cy="1049235"/>
          </a:xfrm>
        </p:spPr>
        <p:txBody>
          <a:bodyPr/>
          <a:lstStyle/>
          <a:p>
            <a:pPr algn="ctr"/>
            <a:r>
              <a:rPr lang="hu-HU" dirty="0"/>
              <a:t>BACKEND SZERKEZETE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CBBF2D3F-7F37-4248-8CE0-0F63ADB52D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8345"/>
          <a:stretch/>
        </p:blipFill>
        <p:spPr>
          <a:xfrm>
            <a:off x="1379324" y="2485694"/>
            <a:ext cx="2513947" cy="26596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3586430E-E47F-4654-A9BE-CF4355FD2C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290"/>
          <a:stretch/>
        </p:blipFill>
        <p:spPr>
          <a:xfrm>
            <a:off x="5036364" y="1843740"/>
            <a:ext cx="2433703" cy="42980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921E9F01-0C97-4FD4-92DD-931FA9E2563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6308"/>
          <a:stretch/>
        </p:blipFill>
        <p:spPr>
          <a:xfrm>
            <a:off x="8852237" y="2140017"/>
            <a:ext cx="2346253" cy="33509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8A8929BA-E52D-425D-9CC2-3EC6FB8D22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354642" y="1940488"/>
            <a:ext cx="4817562" cy="32048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F0FF18E-F083-460C-AF9A-85406B5E31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09275" y="1826592"/>
            <a:ext cx="6444092" cy="32048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30968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DD36AA-9C52-470D-93FC-4E22E6C1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67037"/>
            <a:ext cx="9603275" cy="1049235"/>
          </a:xfrm>
        </p:spPr>
        <p:txBody>
          <a:bodyPr/>
          <a:lstStyle/>
          <a:p>
            <a:pPr algn="ctr"/>
            <a:r>
              <a:rPr lang="hu-HU" dirty="0"/>
              <a:t>BACKEND PACKAGEK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35298C4-6B33-4E74-83B0-6C45A4FCE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58" y="2174892"/>
            <a:ext cx="4817562" cy="32048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B97D15B8-8B14-493D-BA25-859223CBF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020" y="2174892"/>
            <a:ext cx="6444092" cy="32048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59C40729-5F26-4005-813C-43FB4038B3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70" r="23395" b="4163"/>
          <a:stretch/>
        </p:blipFill>
        <p:spPr>
          <a:xfrm>
            <a:off x="3271937" y="7171266"/>
            <a:ext cx="5648125" cy="49304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45013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DD36AA-9C52-470D-93FC-4E22E6C1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67037"/>
            <a:ext cx="9603275" cy="1049235"/>
          </a:xfrm>
        </p:spPr>
        <p:txBody>
          <a:bodyPr/>
          <a:lstStyle/>
          <a:p>
            <a:pPr algn="ctr"/>
            <a:r>
              <a:rPr lang="hu-HU" dirty="0"/>
              <a:t>BACKEND DTOK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FF938E4-0483-46F5-ADF8-7224866F4A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70" r="23395" b="4163"/>
          <a:stretch/>
        </p:blipFill>
        <p:spPr>
          <a:xfrm>
            <a:off x="3271937" y="1589616"/>
            <a:ext cx="5648125" cy="49304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E0260157-D40E-4A87-B339-831946E12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18142" y="2174892"/>
            <a:ext cx="4817562" cy="32048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8D4624B2-10A5-4C83-B9A3-603F2F973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9170" y="1826592"/>
            <a:ext cx="6444092" cy="32048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78170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DD36AA-9C52-470D-93FC-4E22E6C1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59" y="454374"/>
            <a:ext cx="9603275" cy="686270"/>
          </a:xfrm>
        </p:spPr>
        <p:txBody>
          <a:bodyPr/>
          <a:lstStyle/>
          <a:p>
            <a:pPr algn="ctr"/>
            <a:r>
              <a:rPr lang="hu-HU" dirty="0"/>
              <a:t>BACKEND CONTROLLER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D2CCFA2-00F8-4635-A251-564B9E093E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30" r="4406" b="-551"/>
          <a:stretch/>
        </p:blipFill>
        <p:spPr>
          <a:xfrm>
            <a:off x="6095998" y="1282044"/>
            <a:ext cx="6096001" cy="4901939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2034019F-E21C-4D43-AA73-C9EED2FD00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74" r="10129"/>
          <a:stretch/>
        </p:blipFill>
        <p:spPr>
          <a:xfrm>
            <a:off x="2075" y="1282045"/>
            <a:ext cx="6093924" cy="486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40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DD36AA-9C52-470D-93FC-4E22E6C1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59" y="454374"/>
            <a:ext cx="9603275" cy="686270"/>
          </a:xfrm>
        </p:spPr>
        <p:txBody>
          <a:bodyPr/>
          <a:lstStyle/>
          <a:p>
            <a:pPr algn="ctr"/>
            <a:r>
              <a:rPr lang="hu-HU" dirty="0"/>
              <a:t>BACKEND CONTROLLER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AD2237F-3A95-4D8E-A28F-14BCA5486C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91" r="13483"/>
          <a:stretch/>
        </p:blipFill>
        <p:spPr>
          <a:xfrm>
            <a:off x="5167460" y="1358136"/>
            <a:ext cx="7024540" cy="4777422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2A12648-6A0C-4713-BC9A-6144B26376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0" r="9510"/>
          <a:stretch/>
        </p:blipFill>
        <p:spPr>
          <a:xfrm>
            <a:off x="0" y="1358136"/>
            <a:ext cx="5167460" cy="4793395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EA1E91DE-F4AF-43BA-AD45-9BEE66E5E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744" y="7052098"/>
            <a:ext cx="9765205" cy="50120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44051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DD36AA-9C52-470D-93FC-4E22E6C1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307928"/>
            <a:ext cx="9603275" cy="686270"/>
          </a:xfrm>
        </p:spPr>
        <p:txBody>
          <a:bodyPr/>
          <a:lstStyle/>
          <a:p>
            <a:pPr algn="ctr"/>
            <a:r>
              <a:rPr lang="hu-HU" dirty="0"/>
              <a:t>BACKEND SWAGGER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32394BFD-0875-4FF7-8706-DE01E695A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594" y="994198"/>
            <a:ext cx="9765205" cy="50120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62050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DD36AA-9C52-470D-93FC-4E22E6C1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307928"/>
            <a:ext cx="9603275" cy="686270"/>
          </a:xfrm>
        </p:spPr>
        <p:txBody>
          <a:bodyPr/>
          <a:lstStyle/>
          <a:p>
            <a:pPr algn="ctr"/>
            <a:r>
              <a:rPr lang="hu-HU" dirty="0"/>
              <a:t>BACKEND SWAGGER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FDF2B25-AB38-4368-9F4A-1EF722F2C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58" y="1293386"/>
            <a:ext cx="11632481" cy="42712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25985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DD36AA-9C52-470D-93FC-4E22E6C1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307928"/>
            <a:ext cx="9603275" cy="686270"/>
          </a:xfrm>
        </p:spPr>
        <p:txBody>
          <a:bodyPr/>
          <a:lstStyle/>
          <a:p>
            <a:pPr algn="ctr"/>
            <a:r>
              <a:rPr lang="hu-HU" dirty="0"/>
              <a:t>BACKEND SWAGGER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32394BFD-0875-4FF7-8706-DE01E695A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362" y="994198"/>
            <a:ext cx="9791560" cy="49836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0230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DD36AA-9C52-470D-93FC-4E22E6C1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005" y="181359"/>
            <a:ext cx="9603275" cy="1049235"/>
          </a:xfrm>
        </p:spPr>
        <p:txBody>
          <a:bodyPr/>
          <a:lstStyle/>
          <a:p>
            <a:pPr algn="ctr"/>
            <a:r>
              <a:rPr lang="hu-HU" dirty="0"/>
              <a:t>FRONTEND SZERKEZETE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D40CA1A-A1AB-446B-810E-6299980FE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365" y="735290"/>
            <a:ext cx="10239603" cy="5759777"/>
          </a:xfrm>
          <a:prstGeom prst="rect">
            <a:avLst/>
          </a:prstGeom>
          <a:effectLst>
            <a:outerShdw blurRad="139700" dist="50800" dir="5400000" algn="ctr" rotWithShape="0">
              <a:srgbClr val="000000">
                <a:alpha val="72000"/>
              </a:srgbClr>
            </a:outerShdw>
          </a:effectLst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99EA7C54-D8ED-4690-B6E0-6240726A1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13933" y="2103109"/>
            <a:ext cx="5643096" cy="33627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2DB2D745-621D-4C17-8BC7-E92A8ED25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8320" y="1747631"/>
            <a:ext cx="5570597" cy="33627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74630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DD36AA-9C52-470D-93FC-4E22E6C1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518245"/>
            <a:ext cx="9603275" cy="565837"/>
          </a:xfrm>
        </p:spPr>
        <p:txBody>
          <a:bodyPr/>
          <a:lstStyle/>
          <a:p>
            <a:pPr algn="ctr"/>
            <a:r>
              <a:rPr lang="hu-HU" dirty="0" err="1"/>
              <a:t>FRONTENd</a:t>
            </a:r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D81066B-6F4D-4445-99BC-826459D4F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17" y="1916272"/>
            <a:ext cx="5643096" cy="33627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D10ED957-CF41-4085-9433-42569FAFD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28" y="1916272"/>
            <a:ext cx="5570597" cy="33627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Cím 1">
            <a:extLst>
              <a:ext uri="{FF2B5EF4-FFF2-40B4-BE49-F238E27FC236}">
                <a16:creationId xmlns:a16="http://schemas.microsoft.com/office/drawing/2014/main" id="{4CD1872C-0797-42E7-9299-764A33607355}"/>
              </a:ext>
            </a:extLst>
          </p:cNvPr>
          <p:cNvSpPr txBox="1">
            <a:spLocks/>
          </p:cNvSpPr>
          <p:nvPr/>
        </p:nvSpPr>
        <p:spPr>
          <a:xfrm>
            <a:off x="386916" y="1296071"/>
            <a:ext cx="5643097" cy="5658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 err="1"/>
              <a:t>api</a:t>
            </a:r>
            <a:endParaRPr lang="hu-HU" dirty="0"/>
          </a:p>
        </p:txBody>
      </p:sp>
      <p:sp>
        <p:nvSpPr>
          <p:cNvPr id="9" name="Cím 1">
            <a:extLst>
              <a:ext uri="{FF2B5EF4-FFF2-40B4-BE49-F238E27FC236}">
                <a16:creationId xmlns:a16="http://schemas.microsoft.com/office/drawing/2014/main" id="{23C2EB7D-DA52-4EF1-8A8C-669D56D9C090}"/>
              </a:ext>
            </a:extLst>
          </p:cNvPr>
          <p:cNvSpPr txBox="1">
            <a:spLocks/>
          </p:cNvSpPr>
          <p:nvPr/>
        </p:nvSpPr>
        <p:spPr>
          <a:xfrm>
            <a:off x="6351128" y="1296071"/>
            <a:ext cx="5643097" cy="5658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 err="1"/>
              <a:t>token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701508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DD36AA-9C52-470D-93FC-4E22E6C1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518245"/>
            <a:ext cx="9603275" cy="565837"/>
          </a:xfrm>
        </p:spPr>
        <p:txBody>
          <a:bodyPr/>
          <a:lstStyle/>
          <a:p>
            <a:pPr algn="ctr"/>
            <a:r>
              <a:rPr lang="hu-HU" dirty="0" err="1"/>
              <a:t>FRONTENd</a:t>
            </a:r>
            <a:endParaRPr lang="hu-HU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4CD1872C-0797-42E7-9299-764A33607355}"/>
              </a:ext>
            </a:extLst>
          </p:cNvPr>
          <p:cNvSpPr txBox="1">
            <a:spLocks/>
          </p:cNvSpPr>
          <p:nvPr/>
        </p:nvSpPr>
        <p:spPr>
          <a:xfrm>
            <a:off x="386916" y="1296071"/>
            <a:ext cx="5643097" cy="5658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 err="1"/>
              <a:t>userid</a:t>
            </a:r>
            <a:endParaRPr lang="hu-HU" dirty="0"/>
          </a:p>
        </p:txBody>
      </p:sp>
      <p:sp>
        <p:nvSpPr>
          <p:cNvPr id="9" name="Cím 1">
            <a:extLst>
              <a:ext uri="{FF2B5EF4-FFF2-40B4-BE49-F238E27FC236}">
                <a16:creationId xmlns:a16="http://schemas.microsoft.com/office/drawing/2014/main" id="{23C2EB7D-DA52-4EF1-8A8C-669D56D9C090}"/>
              </a:ext>
            </a:extLst>
          </p:cNvPr>
          <p:cNvSpPr txBox="1">
            <a:spLocks/>
          </p:cNvSpPr>
          <p:nvPr/>
        </p:nvSpPr>
        <p:spPr>
          <a:xfrm>
            <a:off x="5676159" y="1303175"/>
            <a:ext cx="5643097" cy="5658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 err="1"/>
              <a:t>User</a:t>
            </a:r>
            <a:r>
              <a:rPr lang="hu-HU" dirty="0"/>
              <a:t> </a:t>
            </a:r>
            <a:r>
              <a:rPr lang="hu-HU" dirty="0" err="1"/>
              <a:t>adatAINAK</a:t>
            </a:r>
            <a:r>
              <a:rPr lang="hu-HU" dirty="0"/>
              <a:t> LEKÉRÉSE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40F77AFC-ADE0-4496-AFA1-8678B3095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75" y="2225352"/>
            <a:ext cx="4697200" cy="28745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2762C1AD-167E-40F3-8A9A-293BF1231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712" y="2403404"/>
            <a:ext cx="6687483" cy="26006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25324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DD36AA-9C52-470D-93FC-4E22E6C1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518245"/>
            <a:ext cx="9603275" cy="565837"/>
          </a:xfrm>
        </p:spPr>
        <p:txBody>
          <a:bodyPr/>
          <a:lstStyle/>
          <a:p>
            <a:pPr algn="ctr"/>
            <a:r>
              <a:rPr lang="hu-HU" dirty="0" err="1"/>
              <a:t>FRONTENd</a:t>
            </a:r>
            <a:endParaRPr lang="hu-HU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4CD1872C-0797-42E7-9299-764A33607355}"/>
              </a:ext>
            </a:extLst>
          </p:cNvPr>
          <p:cNvSpPr txBox="1">
            <a:spLocks/>
          </p:cNvSpPr>
          <p:nvPr/>
        </p:nvSpPr>
        <p:spPr>
          <a:xfrm>
            <a:off x="386916" y="1296071"/>
            <a:ext cx="5709084" cy="5658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/>
              <a:t>ZENELEJÁTSZÓ FÜGGVÉNYEK</a:t>
            </a:r>
          </a:p>
        </p:txBody>
      </p:sp>
      <p:sp>
        <p:nvSpPr>
          <p:cNvPr id="9" name="Cím 1">
            <a:extLst>
              <a:ext uri="{FF2B5EF4-FFF2-40B4-BE49-F238E27FC236}">
                <a16:creationId xmlns:a16="http://schemas.microsoft.com/office/drawing/2014/main" id="{23C2EB7D-DA52-4EF1-8A8C-669D56D9C090}"/>
              </a:ext>
            </a:extLst>
          </p:cNvPr>
          <p:cNvSpPr txBox="1">
            <a:spLocks/>
          </p:cNvSpPr>
          <p:nvPr/>
        </p:nvSpPr>
        <p:spPr>
          <a:xfrm>
            <a:off x="6351128" y="1461155"/>
            <a:ext cx="5643097" cy="4007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2000" i="1" dirty="0"/>
              <a:t>Playerservice.js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4F712DA-6D99-4141-A460-B0AAEDB18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687" y="2612466"/>
            <a:ext cx="6695065" cy="26006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A1F97E5F-5BF4-4955-9213-C430390BD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05" y="2012351"/>
            <a:ext cx="4882849" cy="40263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36710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DD36AA-9C52-470D-93FC-4E22E6C1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518245"/>
            <a:ext cx="9603275" cy="565837"/>
          </a:xfrm>
        </p:spPr>
        <p:txBody>
          <a:bodyPr/>
          <a:lstStyle/>
          <a:p>
            <a:pPr algn="ctr"/>
            <a:r>
              <a:rPr lang="hu-HU" dirty="0" err="1"/>
              <a:t>FRONTENd</a:t>
            </a:r>
            <a:endParaRPr lang="hu-HU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4CD1872C-0797-42E7-9299-764A33607355}"/>
              </a:ext>
            </a:extLst>
          </p:cNvPr>
          <p:cNvSpPr txBox="1">
            <a:spLocks/>
          </p:cNvSpPr>
          <p:nvPr/>
        </p:nvSpPr>
        <p:spPr>
          <a:xfrm>
            <a:off x="848829" y="1296071"/>
            <a:ext cx="5643097" cy="5658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/>
              <a:t>ZENE FELTÖLTÉS OLDAL</a:t>
            </a:r>
          </a:p>
        </p:txBody>
      </p:sp>
      <p:sp>
        <p:nvSpPr>
          <p:cNvPr id="9" name="Cím 1">
            <a:extLst>
              <a:ext uri="{FF2B5EF4-FFF2-40B4-BE49-F238E27FC236}">
                <a16:creationId xmlns:a16="http://schemas.microsoft.com/office/drawing/2014/main" id="{23C2EB7D-DA52-4EF1-8A8C-669D56D9C090}"/>
              </a:ext>
            </a:extLst>
          </p:cNvPr>
          <p:cNvSpPr txBox="1">
            <a:spLocks/>
          </p:cNvSpPr>
          <p:nvPr/>
        </p:nvSpPr>
        <p:spPr>
          <a:xfrm>
            <a:off x="6351128" y="1296071"/>
            <a:ext cx="5643097" cy="5658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/>
              <a:t>FELTÖLTÉS FÜGGVÉNY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162598C7-AE5C-491A-95AE-5CCAD30A1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46" y="2197744"/>
            <a:ext cx="5932413" cy="24625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54CC5B0E-57E1-4D7B-92DB-C981D6E7E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808" y="2073897"/>
            <a:ext cx="5441735" cy="42300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40433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DD36AA-9C52-470D-93FC-4E22E6C1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64397"/>
            <a:ext cx="9603275" cy="565837"/>
          </a:xfrm>
        </p:spPr>
        <p:txBody>
          <a:bodyPr/>
          <a:lstStyle/>
          <a:p>
            <a:pPr algn="ctr"/>
            <a:r>
              <a:rPr lang="hu-HU" dirty="0" err="1"/>
              <a:t>FRONTENd</a:t>
            </a:r>
            <a:endParaRPr lang="hu-HU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4CD1872C-0797-42E7-9299-764A33607355}"/>
              </a:ext>
            </a:extLst>
          </p:cNvPr>
          <p:cNvSpPr txBox="1">
            <a:spLocks/>
          </p:cNvSpPr>
          <p:nvPr/>
        </p:nvSpPr>
        <p:spPr>
          <a:xfrm>
            <a:off x="995913" y="730234"/>
            <a:ext cx="10200171" cy="5658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 err="1"/>
              <a:t>FELhASZNÁLÓ</a:t>
            </a:r>
            <a:r>
              <a:rPr lang="hu-HU" dirty="0"/>
              <a:t> OLDALA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75EABCEE-87AB-4A44-BD2F-A0E7F6993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362" y="1296071"/>
            <a:ext cx="9798180" cy="10117686"/>
          </a:xfrm>
          <a:prstGeom prst="roundRect">
            <a:avLst>
              <a:gd name="adj" fmla="val 237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67954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DD36AA-9C52-470D-93FC-4E22E6C1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256" y="-4892457"/>
            <a:ext cx="9603275" cy="565837"/>
          </a:xfrm>
        </p:spPr>
        <p:txBody>
          <a:bodyPr/>
          <a:lstStyle/>
          <a:p>
            <a:pPr algn="ctr"/>
            <a:r>
              <a:rPr lang="hu-HU" dirty="0" err="1"/>
              <a:t>FRONTENd</a:t>
            </a:r>
            <a:endParaRPr lang="hu-HU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4CD1872C-0797-42E7-9299-764A33607355}"/>
              </a:ext>
            </a:extLst>
          </p:cNvPr>
          <p:cNvSpPr txBox="1">
            <a:spLocks/>
          </p:cNvSpPr>
          <p:nvPr/>
        </p:nvSpPr>
        <p:spPr>
          <a:xfrm>
            <a:off x="1205266" y="-4326620"/>
            <a:ext cx="10200171" cy="5658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 err="1"/>
              <a:t>FELhASZNÁLÓ</a:t>
            </a:r>
            <a:r>
              <a:rPr lang="hu-HU" dirty="0"/>
              <a:t> OLDALA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DCDCC8A-C831-4FE9-A7C4-46F9AAE085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2" b="634"/>
          <a:stretch/>
        </p:blipFill>
        <p:spPr>
          <a:xfrm>
            <a:off x="1451982" y="-3760783"/>
            <a:ext cx="9699253" cy="9952033"/>
          </a:xfrm>
          <a:prstGeom prst="roundRect">
            <a:avLst>
              <a:gd name="adj" fmla="val 237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389192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DD36AA-9C52-470D-93FC-4E22E6C1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64397"/>
            <a:ext cx="9603275" cy="565837"/>
          </a:xfrm>
        </p:spPr>
        <p:txBody>
          <a:bodyPr/>
          <a:lstStyle/>
          <a:p>
            <a:pPr algn="ctr"/>
            <a:r>
              <a:rPr lang="hu-HU" dirty="0" err="1"/>
              <a:t>FRONTENd</a:t>
            </a:r>
            <a:endParaRPr lang="hu-HU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4CD1872C-0797-42E7-9299-764A33607355}"/>
              </a:ext>
            </a:extLst>
          </p:cNvPr>
          <p:cNvSpPr txBox="1">
            <a:spLocks/>
          </p:cNvSpPr>
          <p:nvPr/>
        </p:nvSpPr>
        <p:spPr>
          <a:xfrm>
            <a:off x="886025" y="669652"/>
            <a:ext cx="10419947" cy="5658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/>
              <a:t>KERESÉS ABLAK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0DE41183-9149-41EF-8878-DE88BA6BD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381" y="1146506"/>
            <a:ext cx="9009135" cy="5622511"/>
          </a:xfrm>
          <a:prstGeom prst="roundRect">
            <a:avLst>
              <a:gd name="adj" fmla="val 442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35785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DD36AA-9C52-470D-93FC-4E22E6C1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64397"/>
            <a:ext cx="9603275" cy="565837"/>
          </a:xfrm>
        </p:spPr>
        <p:txBody>
          <a:bodyPr/>
          <a:lstStyle/>
          <a:p>
            <a:pPr algn="ctr"/>
            <a:r>
              <a:rPr lang="hu-HU" dirty="0" err="1"/>
              <a:t>FRONTENd</a:t>
            </a:r>
            <a:endParaRPr lang="hu-HU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4CD1872C-0797-42E7-9299-764A33607355}"/>
              </a:ext>
            </a:extLst>
          </p:cNvPr>
          <p:cNvSpPr txBox="1">
            <a:spLocks/>
          </p:cNvSpPr>
          <p:nvPr/>
        </p:nvSpPr>
        <p:spPr>
          <a:xfrm>
            <a:off x="886025" y="669652"/>
            <a:ext cx="10419947" cy="5658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/>
              <a:t>Regisztráció oldal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BB868D1-474E-4FFA-8182-10BEB880A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475" y="1189371"/>
            <a:ext cx="7639050" cy="11008463"/>
          </a:xfrm>
          <a:prstGeom prst="roundRect">
            <a:avLst>
              <a:gd name="adj" fmla="val 287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dist="50800" dir="5400000" sx="1000" sy="1000" algn="ctr" rotWithShape="0">
              <a:srgbClr val="000000"/>
            </a:outerShdw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84020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DD36AA-9C52-470D-93FC-4E22E6C1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-5651687"/>
            <a:ext cx="9603275" cy="565837"/>
          </a:xfrm>
        </p:spPr>
        <p:txBody>
          <a:bodyPr/>
          <a:lstStyle/>
          <a:p>
            <a:pPr algn="ctr"/>
            <a:r>
              <a:rPr lang="hu-HU" dirty="0" err="1"/>
              <a:t>FRONTENd</a:t>
            </a:r>
            <a:endParaRPr lang="hu-HU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4CD1872C-0797-42E7-9299-764A33607355}"/>
              </a:ext>
            </a:extLst>
          </p:cNvPr>
          <p:cNvSpPr txBox="1">
            <a:spLocks/>
          </p:cNvSpPr>
          <p:nvPr/>
        </p:nvSpPr>
        <p:spPr>
          <a:xfrm>
            <a:off x="886025" y="-5146432"/>
            <a:ext cx="10419947" cy="5658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/>
              <a:t>Regisztráció oldal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BB868D1-474E-4FFA-8182-10BEB880A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475" y="-4626713"/>
            <a:ext cx="7639050" cy="11008463"/>
          </a:xfrm>
          <a:prstGeom prst="roundRect">
            <a:avLst>
              <a:gd name="adj" fmla="val 287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2" descr="logo.png">
            <a:extLst>
              <a:ext uri="{FF2B5EF4-FFF2-40B4-BE49-F238E27FC236}">
                <a16:creationId xmlns:a16="http://schemas.microsoft.com/office/drawing/2014/main" id="{38926ECD-ACB2-4E1F-9CEE-D1DB1E56A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4960442" y="2460104"/>
            <a:ext cx="4960442" cy="1351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69478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097454-0B79-2013-7A44-984EEB0C9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2350" y="2209800"/>
            <a:ext cx="4151306" cy="1602024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 dirty="0" err="1"/>
              <a:t>Köszönjük</a:t>
            </a:r>
            <a:r>
              <a:rPr lang="en-US" sz="4800" dirty="0"/>
              <a:t> a </a:t>
            </a:r>
            <a:r>
              <a:rPr lang="en-US" sz="4800" dirty="0" err="1"/>
              <a:t>figyelmet</a:t>
            </a:r>
            <a:r>
              <a:rPr lang="en-US" sz="4800" dirty="0"/>
              <a:t>!</a:t>
            </a:r>
          </a:p>
        </p:txBody>
      </p:sp>
      <p:pic>
        <p:nvPicPr>
          <p:cNvPr id="4" name="Picture 2" descr="logo.png">
            <a:extLst>
              <a:ext uri="{FF2B5EF4-FFF2-40B4-BE49-F238E27FC236}">
                <a16:creationId xmlns:a16="http://schemas.microsoft.com/office/drawing/2014/main" id="{FC0ACCB0-4B34-A53F-5012-00D5381C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0029" y="2460104"/>
            <a:ext cx="4960442" cy="1351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2E9B78F1-63FC-4AB4-8325-1081E4745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946" y="-20613789"/>
            <a:ext cx="7639050" cy="11008463"/>
          </a:xfrm>
          <a:prstGeom prst="roundRect">
            <a:avLst>
              <a:gd name="adj" fmla="val 287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39119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éria">
  <a:themeElements>
    <a:clrScheme name="Galé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é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é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73</Words>
  <Application>Microsoft Office PowerPoint</Application>
  <PresentationFormat>Szélesvásznú</PresentationFormat>
  <Paragraphs>36</Paragraphs>
  <Slides>22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22</vt:i4>
      </vt:variant>
    </vt:vector>
  </HeadingPairs>
  <TitlesOfParts>
    <vt:vector size="26" baseType="lpstr">
      <vt:lpstr>Aptos</vt:lpstr>
      <vt:lpstr>Arial</vt:lpstr>
      <vt:lpstr>Gill Sans MT</vt:lpstr>
      <vt:lpstr>Galéria</vt:lpstr>
      <vt:lpstr>Zenelejátszó aLKALMAZÁS</vt:lpstr>
      <vt:lpstr>TRELLO TÁBLÁK</vt:lpstr>
      <vt:lpstr>ADATBÁZIS</vt:lpstr>
      <vt:lpstr>BACKEND SZERKEZETE</vt:lpstr>
      <vt:lpstr>BACKEND PACKAGEK</vt:lpstr>
      <vt:lpstr>BACKEND DTOK</vt:lpstr>
      <vt:lpstr>BACKEND CONTROLLER</vt:lpstr>
      <vt:lpstr>BACKEND CONTROLLER</vt:lpstr>
      <vt:lpstr>BACKEND SWAGGER</vt:lpstr>
      <vt:lpstr>BACKEND SWAGGER</vt:lpstr>
      <vt:lpstr>BACKEND SWAGGER</vt:lpstr>
      <vt:lpstr>FRONTEND SZERKEZETE</vt:lpstr>
      <vt:lpstr>FRONTENd</vt:lpstr>
      <vt:lpstr>FRONTENd</vt:lpstr>
      <vt:lpstr>FRONTENd</vt:lpstr>
      <vt:lpstr>FRONTENd</vt:lpstr>
      <vt:lpstr>FRONTENd</vt:lpstr>
      <vt:lpstr>FRONTENd</vt:lpstr>
      <vt:lpstr>FRONTENd</vt:lpstr>
      <vt:lpstr>FRONTENd</vt:lpstr>
      <vt:lpstr>FRONTENd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</dc:title>
  <dc:creator>Száraz Bálint Csaba</dc:creator>
  <cp:lastModifiedBy>Tanuló</cp:lastModifiedBy>
  <cp:revision>34</cp:revision>
  <dcterms:created xsi:type="dcterms:W3CDTF">2024-12-02T11:49:32Z</dcterms:created>
  <dcterms:modified xsi:type="dcterms:W3CDTF">2025-04-10T08:21:04Z</dcterms:modified>
</cp:coreProperties>
</file>